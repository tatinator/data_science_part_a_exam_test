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999F5D-0DF5-4CC0-8E7D-1C49EAA9EA3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B3B6F81-3AED-461B-95CA-007060E96610}">
      <dgm:prSet/>
      <dgm:spPr/>
      <dgm:t>
        <a:bodyPr/>
        <a:lstStyle/>
        <a:p>
          <a:r>
            <a:rPr lang="en-US"/>
            <a:t>Focus on sweet, chocolate-forward coffees.</a:t>
          </a:r>
        </a:p>
      </dgm:t>
    </dgm:pt>
    <dgm:pt modelId="{BD5F51A8-7A3C-4DD3-90B2-FEBFAB8BCE25}" type="parTrans" cxnId="{F731E526-DE29-440A-9FBA-809057A07187}">
      <dgm:prSet/>
      <dgm:spPr/>
      <dgm:t>
        <a:bodyPr/>
        <a:lstStyle/>
        <a:p>
          <a:endParaRPr lang="en-US"/>
        </a:p>
      </dgm:t>
    </dgm:pt>
    <dgm:pt modelId="{4D5D1439-6EA5-4C98-8BA4-012ADED6B5DF}" type="sibTrans" cxnId="{F731E526-DE29-440A-9FBA-809057A07187}">
      <dgm:prSet/>
      <dgm:spPr/>
      <dgm:t>
        <a:bodyPr/>
        <a:lstStyle/>
        <a:p>
          <a:endParaRPr lang="en-US"/>
        </a:p>
      </dgm:t>
    </dgm:pt>
    <dgm:pt modelId="{AC4A11C2-B813-445A-8502-69FF7F64B4EE}">
      <dgm:prSet/>
      <dgm:spPr/>
      <dgm:t>
        <a:bodyPr/>
        <a:lstStyle/>
        <a:p>
          <a:r>
            <a:rPr lang="en-US"/>
            <a:t>Prioritise origins with high ratings and strong student appeal.</a:t>
          </a:r>
        </a:p>
      </dgm:t>
    </dgm:pt>
    <dgm:pt modelId="{E020E30E-B37C-48A6-B6FA-FDD858928D3B}" type="parTrans" cxnId="{F7B4E694-8830-44DB-B48B-892FCD44E145}">
      <dgm:prSet/>
      <dgm:spPr/>
      <dgm:t>
        <a:bodyPr/>
        <a:lstStyle/>
        <a:p>
          <a:endParaRPr lang="en-US"/>
        </a:p>
      </dgm:t>
    </dgm:pt>
    <dgm:pt modelId="{F8BBA17E-D1D9-4BDD-8127-E015F1252215}" type="sibTrans" cxnId="{F7B4E694-8830-44DB-B48B-892FCD44E145}">
      <dgm:prSet/>
      <dgm:spPr/>
      <dgm:t>
        <a:bodyPr/>
        <a:lstStyle/>
        <a:p>
          <a:endParaRPr lang="en-US"/>
        </a:p>
      </dgm:t>
    </dgm:pt>
    <dgm:pt modelId="{12F1D02C-4978-4893-AD56-A7885DE42626}">
      <dgm:prSet/>
      <dgm:spPr/>
      <dgm:t>
        <a:bodyPr/>
        <a:lstStyle/>
        <a:p>
          <a:r>
            <a:rPr lang="en-US"/>
            <a:t>Partner with top-performing roasters.</a:t>
          </a:r>
        </a:p>
      </dgm:t>
    </dgm:pt>
    <dgm:pt modelId="{A31F8E2E-12CB-43A5-B612-0851ADA35C4D}" type="parTrans" cxnId="{F3CFD36E-7172-4406-9A60-409449B05E85}">
      <dgm:prSet/>
      <dgm:spPr/>
      <dgm:t>
        <a:bodyPr/>
        <a:lstStyle/>
        <a:p>
          <a:endParaRPr lang="en-US"/>
        </a:p>
      </dgm:t>
    </dgm:pt>
    <dgm:pt modelId="{715C0BCF-BFDD-4EA2-9264-42FCC07F72F5}" type="sibTrans" cxnId="{F3CFD36E-7172-4406-9A60-409449B05E85}">
      <dgm:prSet/>
      <dgm:spPr/>
      <dgm:t>
        <a:bodyPr/>
        <a:lstStyle/>
        <a:p>
          <a:endParaRPr lang="en-US"/>
        </a:p>
      </dgm:t>
    </dgm:pt>
    <dgm:pt modelId="{44A5F4BE-2158-4453-94BC-620C8166BC0E}">
      <dgm:prSet/>
      <dgm:spPr/>
      <dgm:t>
        <a:bodyPr/>
        <a:lstStyle/>
        <a:p>
          <a:r>
            <a:rPr lang="en-US"/>
            <a:t>Stock mainly medium and medium-dark roasts.</a:t>
          </a:r>
        </a:p>
      </dgm:t>
    </dgm:pt>
    <dgm:pt modelId="{AFC125DC-A71C-43A3-83BD-F713D6724D9A}" type="parTrans" cxnId="{08D2882E-7616-48AA-BE7D-A2F8F3F81906}">
      <dgm:prSet/>
      <dgm:spPr/>
      <dgm:t>
        <a:bodyPr/>
        <a:lstStyle/>
        <a:p>
          <a:endParaRPr lang="en-US"/>
        </a:p>
      </dgm:t>
    </dgm:pt>
    <dgm:pt modelId="{B96408C3-0118-4BD8-95DF-4285A031EFBB}" type="sibTrans" cxnId="{08D2882E-7616-48AA-BE7D-A2F8F3F81906}">
      <dgm:prSet/>
      <dgm:spPr/>
      <dgm:t>
        <a:bodyPr/>
        <a:lstStyle/>
        <a:p>
          <a:endParaRPr lang="en-US"/>
        </a:p>
      </dgm:t>
    </dgm:pt>
    <dgm:pt modelId="{D4FD5304-76C8-498F-9299-2ECA9D0A31EC}">
      <dgm:prSet/>
      <dgm:spPr/>
      <dgm:t>
        <a:bodyPr/>
        <a:lstStyle/>
        <a:p>
          <a:r>
            <a:rPr lang="en-US"/>
            <a:t>Offer premium, everyday, and seasonal coffee options.</a:t>
          </a:r>
        </a:p>
      </dgm:t>
    </dgm:pt>
    <dgm:pt modelId="{BAB05E55-49AA-4BD7-BA60-DE49A904A65B}" type="parTrans" cxnId="{82B8B45A-32FB-40FA-A9C3-0B6A039973AB}">
      <dgm:prSet/>
      <dgm:spPr/>
      <dgm:t>
        <a:bodyPr/>
        <a:lstStyle/>
        <a:p>
          <a:endParaRPr lang="en-US"/>
        </a:p>
      </dgm:t>
    </dgm:pt>
    <dgm:pt modelId="{A2861AF3-CD0A-45D5-B3D5-1E70EDAAA6B1}" type="sibTrans" cxnId="{82B8B45A-32FB-40FA-A9C3-0B6A039973AB}">
      <dgm:prSet/>
      <dgm:spPr/>
      <dgm:t>
        <a:bodyPr/>
        <a:lstStyle/>
        <a:p>
          <a:endParaRPr lang="en-US"/>
        </a:p>
      </dgm:t>
    </dgm:pt>
    <dgm:pt modelId="{BC46825C-8B7E-478E-98FA-9E8729E7C96B}" type="pres">
      <dgm:prSet presAssocID="{DE999F5D-0DF5-4CC0-8E7D-1C49EAA9EA35}" presName="root" presStyleCnt="0">
        <dgm:presLayoutVars>
          <dgm:dir/>
          <dgm:resizeHandles val="exact"/>
        </dgm:presLayoutVars>
      </dgm:prSet>
      <dgm:spPr/>
    </dgm:pt>
    <dgm:pt modelId="{FCEA85D6-AE33-4265-A71C-6FE856C9A810}" type="pres">
      <dgm:prSet presAssocID="{9B3B6F81-3AED-461B-95CA-007060E96610}" presName="compNode" presStyleCnt="0"/>
      <dgm:spPr/>
    </dgm:pt>
    <dgm:pt modelId="{58E1D6FE-DB51-4F64-99DA-67F7D70E398E}" type="pres">
      <dgm:prSet presAssocID="{9B3B6F81-3AED-461B-95CA-007060E96610}" presName="bgRect" presStyleLbl="bgShp" presStyleIdx="0" presStyleCnt="5"/>
      <dgm:spPr/>
    </dgm:pt>
    <dgm:pt modelId="{1B289BBF-BC1B-483F-8451-F2C916B4EAA6}" type="pres">
      <dgm:prSet presAssocID="{9B3B6F81-3AED-461B-95CA-007060E9661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utscher"/>
        </a:ext>
      </dgm:extLst>
    </dgm:pt>
    <dgm:pt modelId="{2351E6FA-9052-46DF-BBAA-A795AFFB9FCC}" type="pres">
      <dgm:prSet presAssocID="{9B3B6F81-3AED-461B-95CA-007060E96610}" presName="spaceRect" presStyleCnt="0"/>
      <dgm:spPr/>
    </dgm:pt>
    <dgm:pt modelId="{46E9AFA8-45EE-4202-974D-814F1965CDDB}" type="pres">
      <dgm:prSet presAssocID="{9B3B6F81-3AED-461B-95CA-007060E96610}" presName="parTx" presStyleLbl="revTx" presStyleIdx="0" presStyleCnt="5">
        <dgm:presLayoutVars>
          <dgm:chMax val="0"/>
          <dgm:chPref val="0"/>
        </dgm:presLayoutVars>
      </dgm:prSet>
      <dgm:spPr/>
    </dgm:pt>
    <dgm:pt modelId="{6D811091-3410-401C-B275-1A7A0F14170A}" type="pres">
      <dgm:prSet presAssocID="{4D5D1439-6EA5-4C98-8BA4-012ADED6B5DF}" presName="sibTrans" presStyleCnt="0"/>
      <dgm:spPr/>
    </dgm:pt>
    <dgm:pt modelId="{975DA9CC-6AA7-4485-BCEF-19F014347938}" type="pres">
      <dgm:prSet presAssocID="{AC4A11C2-B813-445A-8502-69FF7F64B4EE}" presName="compNode" presStyleCnt="0"/>
      <dgm:spPr/>
    </dgm:pt>
    <dgm:pt modelId="{E48B6781-EC22-4D0F-84D0-B00920154A35}" type="pres">
      <dgm:prSet presAssocID="{AC4A11C2-B813-445A-8502-69FF7F64B4EE}" presName="bgRect" presStyleLbl="bgShp" presStyleIdx="1" presStyleCnt="5"/>
      <dgm:spPr/>
    </dgm:pt>
    <dgm:pt modelId="{295A1CCC-49C8-4553-B4B5-D570435F5F16}" type="pres">
      <dgm:prSet presAssocID="{AC4A11C2-B813-445A-8502-69FF7F64B4E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492E0456-C564-43F7-8933-8C45536315DD}" type="pres">
      <dgm:prSet presAssocID="{AC4A11C2-B813-445A-8502-69FF7F64B4EE}" presName="spaceRect" presStyleCnt="0"/>
      <dgm:spPr/>
    </dgm:pt>
    <dgm:pt modelId="{68B75652-257C-4E88-A3DD-8335D7E5C9E8}" type="pres">
      <dgm:prSet presAssocID="{AC4A11C2-B813-445A-8502-69FF7F64B4EE}" presName="parTx" presStyleLbl="revTx" presStyleIdx="1" presStyleCnt="5">
        <dgm:presLayoutVars>
          <dgm:chMax val="0"/>
          <dgm:chPref val="0"/>
        </dgm:presLayoutVars>
      </dgm:prSet>
      <dgm:spPr/>
    </dgm:pt>
    <dgm:pt modelId="{9B860849-7136-4D52-B834-91F8A2AB6B46}" type="pres">
      <dgm:prSet presAssocID="{F8BBA17E-D1D9-4BDD-8127-E015F1252215}" presName="sibTrans" presStyleCnt="0"/>
      <dgm:spPr/>
    </dgm:pt>
    <dgm:pt modelId="{93E61BF9-B052-4B20-926B-DD598E3B60CA}" type="pres">
      <dgm:prSet presAssocID="{12F1D02C-4978-4893-AD56-A7885DE42626}" presName="compNode" presStyleCnt="0"/>
      <dgm:spPr/>
    </dgm:pt>
    <dgm:pt modelId="{533B44A4-AADE-4827-814A-C7E9B62E3356}" type="pres">
      <dgm:prSet presAssocID="{12F1D02C-4978-4893-AD56-A7885DE42626}" presName="bgRect" presStyleLbl="bgShp" presStyleIdx="2" presStyleCnt="5"/>
      <dgm:spPr/>
    </dgm:pt>
    <dgm:pt modelId="{ECA7D0DF-29E9-4143-B6CE-6D815DBF5E64}" type="pres">
      <dgm:prSet presAssocID="{12F1D02C-4978-4893-AD56-A7885DE42626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den"/>
        </a:ext>
      </dgm:extLst>
    </dgm:pt>
    <dgm:pt modelId="{7838418C-0AC5-4334-BA92-AA0D7C41126B}" type="pres">
      <dgm:prSet presAssocID="{12F1D02C-4978-4893-AD56-A7885DE42626}" presName="spaceRect" presStyleCnt="0"/>
      <dgm:spPr/>
    </dgm:pt>
    <dgm:pt modelId="{E578ADC0-D964-47D6-AD1F-2A4CB215C5FC}" type="pres">
      <dgm:prSet presAssocID="{12F1D02C-4978-4893-AD56-A7885DE42626}" presName="parTx" presStyleLbl="revTx" presStyleIdx="2" presStyleCnt="5">
        <dgm:presLayoutVars>
          <dgm:chMax val="0"/>
          <dgm:chPref val="0"/>
        </dgm:presLayoutVars>
      </dgm:prSet>
      <dgm:spPr/>
    </dgm:pt>
    <dgm:pt modelId="{A04FD912-5B48-497B-B784-B4A40868ADA2}" type="pres">
      <dgm:prSet presAssocID="{715C0BCF-BFDD-4EA2-9264-42FCC07F72F5}" presName="sibTrans" presStyleCnt="0"/>
      <dgm:spPr/>
    </dgm:pt>
    <dgm:pt modelId="{712EF878-E360-45A8-A572-8B01DCB97A9F}" type="pres">
      <dgm:prSet presAssocID="{44A5F4BE-2158-4453-94BC-620C8166BC0E}" presName="compNode" presStyleCnt="0"/>
      <dgm:spPr/>
    </dgm:pt>
    <dgm:pt modelId="{EE78EC46-0C93-4D20-9C80-7E857361CC57}" type="pres">
      <dgm:prSet presAssocID="{44A5F4BE-2158-4453-94BC-620C8166BC0E}" presName="bgRect" presStyleLbl="bgShp" presStyleIdx="3" presStyleCnt="5"/>
      <dgm:spPr/>
    </dgm:pt>
    <dgm:pt modelId="{E0EBE941-FC12-413E-BCF1-5672F636E159}" type="pres">
      <dgm:prSet presAssocID="{44A5F4BE-2158-4453-94BC-620C8166BC0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ne Decoration"/>
        </a:ext>
      </dgm:extLst>
    </dgm:pt>
    <dgm:pt modelId="{74CC80F8-B03E-44CC-BD77-4AAB4F98ADD4}" type="pres">
      <dgm:prSet presAssocID="{44A5F4BE-2158-4453-94BC-620C8166BC0E}" presName="spaceRect" presStyleCnt="0"/>
      <dgm:spPr/>
    </dgm:pt>
    <dgm:pt modelId="{4EAC78F2-03DB-46D4-B0C3-1E47422325D8}" type="pres">
      <dgm:prSet presAssocID="{44A5F4BE-2158-4453-94BC-620C8166BC0E}" presName="parTx" presStyleLbl="revTx" presStyleIdx="3" presStyleCnt="5">
        <dgm:presLayoutVars>
          <dgm:chMax val="0"/>
          <dgm:chPref val="0"/>
        </dgm:presLayoutVars>
      </dgm:prSet>
      <dgm:spPr/>
    </dgm:pt>
    <dgm:pt modelId="{87A921E2-FE40-4E5F-BF8D-1775E7B12758}" type="pres">
      <dgm:prSet presAssocID="{B96408C3-0118-4BD8-95DF-4285A031EFBB}" presName="sibTrans" presStyleCnt="0"/>
      <dgm:spPr/>
    </dgm:pt>
    <dgm:pt modelId="{589325F9-285F-441A-ABAD-078D03B741A7}" type="pres">
      <dgm:prSet presAssocID="{D4FD5304-76C8-498F-9299-2ECA9D0A31EC}" presName="compNode" presStyleCnt="0"/>
      <dgm:spPr/>
    </dgm:pt>
    <dgm:pt modelId="{8D3A4E48-4DEC-4EA7-AA90-00C45210F5FE}" type="pres">
      <dgm:prSet presAssocID="{D4FD5304-76C8-498F-9299-2ECA9D0A31EC}" presName="bgRect" presStyleLbl="bgShp" presStyleIdx="4" presStyleCnt="5"/>
      <dgm:spPr/>
    </dgm:pt>
    <dgm:pt modelId="{66019E58-09B6-49A9-92A1-9A9F0AD207B8}" type="pres">
      <dgm:prSet presAssocID="{D4FD5304-76C8-498F-9299-2ECA9D0A31EC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affee"/>
        </a:ext>
      </dgm:extLst>
    </dgm:pt>
    <dgm:pt modelId="{1A19B1D4-28B2-422C-8794-D683FE1ADD51}" type="pres">
      <dgm:prSet presAssocID="{D4FD5304-76C8-498F-9299-2ECA9D0A31EC}" presName="spaceRect" presStyleCnt="0"/>
      <dgm:spPr/>
    </dgm:pt>
    <dgm:pt modelId="{0876406A-6E20-4FB9-BDA2-E96563F93A10}" type="pres">
      <dgm:prSet presAssocID="{D4FD5304-76C8-498F-9299-2ECA9D0A31E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731E526-DE29-440A-9FBA-809057A07187}" srcId="{DE999F5D-0DF5-4CC0-8E7D-1C49EAA9EA35}" destId="{9B3B6F81-3AED-461B-95CA-007060E96610}" srcOrd="0" destOrd="0" parTransId="{BD5F51A8-7A3C-4DD3-90B2-FEBFAB8BCE25}" sibTransId="{4D5D1439-6EA5-4C98-8BA4-012ADED6B5DF}"/>
    <dgm:cxn modelId="{08D2882E-7616-48AA-BE7D-A2F8F3F81906}" srcId="{DE999F5D-0DF5-4CC0-8E7D-1C49EAA9EA35}" destId="{44A5F4BE-2158-4453-94BC-620C8166BC0E}" srcOrd="3" destOrd="0" parTransId="{AFC125DC-A71C-43A3-83BD-F713D6724D9A}" sibTransId="{B96408C3-0118-4BD8-95DF-4285A031EFBB}"/>
    <dgm:cxn modelId="{F81B1A60-F8B9-4B36-9DEB-6D8C816B713E}" type="presOf" srcId="{DE999F5D-0DF5-4CC0-8E7D-1C49EAA9EA35}" destId="{BC46825C-8B7E-478E-98FA-9E8729E7C96B}" srcOrd="0" destOrd="0" presId="urn:microsoft.com/office/officeart/2018/2/layout/IconVerticalSolidList"/>
    <dgm:cxn modelId="{E5F0664A-6A79-40C6-B7CC-7BF392606D0B}" type="presOf" srcId="{9B3B6F81-3AED-461B-95CA-007060E96610}" destId="{46E9AFA8-45EE-4202-974D-814F1965CDDB}" srcOrd="0" destOrd="0" presId="urn:microsoft.com/office/officeart/2018/2/layout/IconVerticalSolidList"/>
    <dgm:cxn modelId="{F3CFD36E-7172-4406-9A60-409449B05E85}" srcId="{DE999F5D-0DF5-4CC0-8E7D-1C49EAA9EA35}" destId="{12F1D02C-4978-4893-AD56-A7885DE42626}" srcOrd="2" destOrd="0" parTransId="{A31F8E2E-12CB-43A5-B612-0851ADA35C4D}" sibTransId="{715C0BCF-BFDD-4EA2-9264-42FCC07F72F5}"/>
    <dgm:cxn modelId="{3185BC56-1046-4BD4-9715-45ED2708320B}" type="presOf" srcId="{12F1D02C-4978-4893-AD56-A7885DE42626}" destId="{E578ADC0-D964-47D6-AD1F-2A4CB215C5FC}" srcOrd="0" destOrd="0" presId="urn:microsoft.com/office/officeart/2018/2/layout/IconVerticalSolidList"/>
    <dgm:cxn modelId="{82B8B45A-32FB-40FA-A9C3-0B6A039973AB}" srcId="{DE999F5D-0DF5-4CC0-8E7D-1C49EAA9EA35}" destId="{D4FD5304-76C8-498F-9299-2ECA9D0A31EC}" srcOrd="4" destOrd="0" parTransId="{BAB05E55-49AA-4BD7-BA60-DE49A904A65B}" sibTransId="{A2861AF3-CD0A-45D5-B3D5-1E70EDAAA6B1}"/>
    <dgm:cxn modelId="{F7B4E694-8830-44DB-B48B-892FCD44E145}" srcId="{DE999F5D-0DF5-4CC0-8E7D-1C49EAA9EA35}" destId="{AC4A11C2-B813-445A-8502-69FF7F64B4EE}" srcOrd="1" destOrd="0" parTransId="{E020E30E-B37C-48A6-B6FA-FDD858928D3B}" sibTransId="{F8BBA17E-D1D9-4BDD-8127-E015F1252215}"/>
    <dgm:cxn modelId="{AC42DB95-EDBB-4CBE-8489-0DF9419353B9}" type="presOf" srcId="{D4FD5304-76C8-498F-9299-2ECA9D0A31EC}" destId="{0876406A-6E20-4FB9-BDA2-E96563F93A10}" srcOrd="0" destOrd="0" presId="urn:microsoft.com/office/officeart/2018/2/layout/IconVerticalSolidList"/>
    <dgm:cxn modelId="{63BC2AD9-C7EC-47BE-899F-12A7D8F4CC0F}" type="presOf" srcId="{AC4A11C2-B813-445A-8502-69FF7F64B4EE}" destId="{68B75652-257C-4E88-A3DD-8335D7E5C9E8}" srcOrd="0" destOrd="0" presId="urn:microsoft.com/office/officeart/2018/2/layout/IconVerticalSolidList"/>
    <dgm:cxn modelId="{AB21A7E8-6E63-4F2A-8075-8DD05D01624C}" type="presOf" srcId="{44A5F4BE-2158-4453-94BC-620C8166BC0E}" destId="{4EAC78F2-03DB-46D4-B0C3-1E47422325D8}" srcOrd="0" destOrd="0" presId="urn:microsoft.com/office/officeart/2018/2/layout/IconVerticalSolidList"/>
    <dgm:cxn modelId="{B8A2A2BD-0C93-4243-B9C7-729FB23F571D}" type="presParOf" srcId="{BC46825C-8B7E-478E-98FA-9E8729E7C96B}" destId="{FCEA85D6-AE33-4265-A71C-6FE856C9A810}" srcOrd="0" destOrd="0" presId="urn:microsoft.com/office/officeart/2018/2/layout/IconVerticalSolidList"/>
    <dgm:cxn modelId="{DD90677D-958F-4063-896F-69C5DE411F12}" type="presParOf" srcId="{FCEA85D6-AE33-4265-A71C-6FE856C9A810}" destId="{58E1D6FE-DB51-4F64-99DA-67F7D70E398E}" srcOrd="0" destOrd="0" presId="urn:microsoft.com/office/officeart/2018/2/layout/IconVerticalSolidList"/>
    <dgm:cxn modelId="{8942BA44-2129-4A2E-A635-0F76A1CED398}" type="presParOf" srcId="{FCEA85D6-AE33-4265-A71C-6FE856C9A810}" destId="{1B289BBF-BC1B-483F-8451-F2C916B4EAA6}" srcOrd="1" destOrd="0" presId="urn:microsoft.com/office/officeart/2018/2/layout/IconVerticalSolidList"/>
    <dgm:cxn modelId="{0BBA5452-A2A3-48C6-B0ED-EBACF05E3D18}" type="presParOf" srcId="{FCEA85D6-AE33-4265-A71C-6FE856C9A810}" destId="{2351E6FA-9052-46DF-BBAA-A795AFFB9FCC}" srcOrd="2" destOrd="0" presId="urn:microsoft.com/office/officeart/2018/2/layout/IconVerticalSolidList"/>
    <dgm:cxn modelId="{DE56A3FD-7BF4-483B-A164-63524C3C0C90}" type="presParOf" srcId="{FCEA85D6-AE33-4265-A71C-6FE856C9A810}" destId="{46E9AFA8-45EE-4202-974D-814F1965CDDB}" srcOrd="3" destOrd="0" presId="urn:microsoft.com/office/officeart/2018/2/layout/IconVerticalSolidList"/>
    <dgm:cxn modelId="{590E2165-980A-4424-8E97-DDE18941D049}" type="presParOf" srcId="{BC46825C-8B7E-478E-98FA-9E8729E7C96B}" destId="{6D811091-3410-401C-B275-1A7A0F14170A}" srcOrd="1" destOrd="0" presId="urn:microsoft.com/office/officeart/2018/2/layout/IconVerticalSolidList"/>
    <dgm:cxn modelId="{C9D67DA7-89CD-4DC8-84EC-4022D6BFDAD9}" type="presParOf" srcId="{BC46825C-8B7E-478E-98FA-9E8729E7C96B}" destId="{975DA9CC-6AA7-4485-BCEF-19F014347938}" srcOrd="2" destOrd="0" presId="urn:microsoft.com/office/officeart/2018/2/layout/IconVerticalSolidList"/>
    <dgm:cxn modelId="{D84A52D9-8E10-4332-8B03-4E34147EFBD1}" type="presParOf" srcId="{975DA9CC-6AA7-4485-BCEF-19F014347938}" destId="{E48B6781-EC22-4D0F-84D0-B00920154A35}" srcOrd="0" destOrd="0" presId="urn:microsoft.com/office/officeart/2018/2/layout/IconVerticalSolidList"/>
    <dgm:cxn modelId="{0FED77AB-1368-445D-A1E3-8AF51B1CCC62}" type="presParOf" srcId="{975DA9CC-6AA7-4485-BCEF-19F014347938}" destId="{295A1CCC-49C8-4553-B4B5-D570435F5F16}" srcOrd="1" destOrd="0" presId="urn:microsoft.com/office/officeart/2018/2/layout/IconVerticalSolidList"/>
    <dgm:cxn modelId="{04B81001-F20A-4B15-ABE2-8EE8DA9E7324}" type="presParOf" srcId="{975DA9CC-6AA7-4485-BCEF-19F014347938}" destId="{492E0456-C564-43F7-8933-8C45536315DD}" srcOrd="2" destOrd="0" presId="urn:microsoft.com/office/officeart/2018/2/layout/IconVerticalSolidList"/>
    <dgm:cxn modelId="{471F67D9-BBD8-42DD-AF60-6A9AEE4CA54C}" type="presParOf" srcId="{975DA9CC-6AA7-4485-BCEF-19F014347938}" destId="{68B75652-257C-4E88-A3DD-8335D7E5C9E8}" srcOrd="3" destOrd="0" presId="urn:microsoft.com/office/officeart/2018/2/layout/IconVerticalSolidList"/>
    <dgm:cxn modelId="{4C2CE584-B82F-4B91-9249-E622E29FECE8}" type="presParOf" srcId="{BC46825C-8B7E-478E-98FA-9E8729E7C96B}" destId="{9B860849-7136-4D52-B834-91F8A2AB6B46}" srcOrd="3" destOrd="0" presId="urn:microsoft.com/office/officeart/2018/2/layout/IconVerticalSolidList"/>
    <dgm:cxn modelId="{9063646F-BC5C-4CB7-8AFF-0E79C204CE5F}" type="presParOf" srcId="{BC46825C-8B7E-478E-98FA-9E8729E7C96B}" destId="{93E61BF9-B052-4B20-926B-DD598E3B60CA}" srcOrd="4" destOrd="0" presId="urn:microsoft.com/office/officeart/2018/2/layout/IconVerticalSolidList"/>
    <dgm:cxn modelId="{68B6A03B-18DA-45DF-AF1B-1FC1E186F36A}" type="presParOf" srcId="{93E61BF9-B052-4B20-926B-DD598E3B60CA}" destId="{533B44A4-AADE-4827-814A-C7E9B62E3356}" srcOrd="0" destOrd="0" presId="urn:microsoft.com/office/officeart/2018/2/layout/IconVerticalSolidList"/>
    <dgm:cxn modelId="{11D1D9D0-9D66-44A2-A954-88834E01E653}" type="presParOf" srcId="{93E61BF9-B052-4B20-926B-DD598E3B60CA}" destId="{ECA7D0DF-29E9-4143-B6CE-6D815DBF5E64}" srcOrd="1" destOrd="0" presId="urn:microsoft.com/office/officeart/2018/2/layout/IconVerticalSolidList"/>
    <dgm:cxn modelId="{DB20C7A4-603A-43FB-AF07-6E243B65DC3E}" type="presParOf" srcId="{93E61BF9-B052-4B20-926B-DD598E3B60CA}" destId="{7838418C-0AC5-4334-BA92-AA0D7C41126B}" srcOrd="2" destOrd="0" presId="urn:microsoft.com/office/officeart/2018/2/layout/IconVerticalSolidList"/>
    <dgm:cxn modelId="{D697DF14-273E-4F73-9A33-5811EC665CE0}" type="presParOf" srcId="{93E61BF9-B052-4B20-926B-DD598E3B60CA}" destId="{E578ADC0-D964-47D6-AD1F-2A4CB215C5FC}" srcOrd="3" destOrd="0" presId="urn:microsoft.com/office/officeart/2018/2/layout/IconVerticalSolidList"/>
    <dgm:cxn modelId="{715F5959-6279-407C-948E-726C82CB4200}" type="presParOf" srcId="{BC46825C-8B7E-478E-98FA-9E8729E7C96B}" destId="{A04FD912-5B48-497B-B784-B4A40868ADA2}" srcOrd="5" destOrd="0" presId="urn:microsoft.com/office/officeart/2018/2/layout/IconVerticalSolidList"/>
    <dgm:cxn modelId="{4769F9DF-AD2E-46D4-BA16-28489A837E1F}" type="presParOf" srcId="{BC46825C-8B7E-478E-98FA-9E8729E7C96B}" destId="{712EF878-E360-45A8-A572-8B01DCB97A9F}" srcOrd="6" destOrd="0" presId="urn:microsoft.com/office/officeart/2018/2/layout/IconVerticalSolidList"/>
    <dgm:cxn modelId="{7A6A098C-7426-485E-AB1D-AD62DCF90077}" type="presParOf" srcId="{712EF878-E360-45A8-A572-8B01DCB97A9F}" destId="{EE78EC46-0C93-4D20-9C80-7E857361CC57}" srcOrd="0" destOrd="0" presId="urn:microsoft.com/office/officeart/2018/2/layout/IconVerticalSolidList"/>
    <dgm:cxn modelId="{B316A7A2-7CAF-4966-97D2-EF4FAFAA7313}" type="presParOf" srcId="{712EF878-E360-45A8-A572-8B01DCB97A9F}" destId="{E0EBE941-FC12-413E-BCF1-5672F636E159}" srcOrd="1" destOrd="0" presId="urn:microsoft.com/office/officeart/2018/2/layout/IconVerticalSolidList"/>
    <dgm:cxn modelId="{526CDCCE-69CF-45EE-8942-2F9922652505}" type="presParOf" srcId="{712EF878-E360-45A8-A572-8B01DCB97A9F}" destId="{74CC80F8-B03E-44CC-BD77-4AAB4F98ADD4}" srcOrd="2" destOrd="0" presId="urn:microsoft.com/office/officeart/2018/2/layout/IconVerticalSolidList"/>
    <dgm:cxn modelId="{9E1876BB-9C82-49EB-A075-8D98F4D25DCC}" type="presParOf" srcId="{712EF878-E360-45A8-A572-8B01DCB97A9F}" destId="{4EAC78F2-03DB-46D4-B0C3-1E47422325D8}" srcOrd="3" destOrd="0" presId="urn:microsoft.com/office/officeart/2018/2/layout/IconVerticalSolidList"/>
    <dgm:cxn modelId="{B4B870F4-E982-44ED-8A03-12E3349076F8}" type="presParOf" srcId="{BC46825C-8B7E-478E-98FA-9E8729E7C96B}" destId="{87A921E2-FE40-4E5F-BF8D-1775E7B12758}" srcOrd="7" destOrd="0" presId="urn:microsoft.com/office/officeart/2018/2/layout/IconVerticalSolidList"/>
    <dgm:cxn modelId="{32B73CFA-7555-4788-86AE-280647EC6218}" type="presParOf" srcId="{BC46825C-8B7E-478E-98FA-9E8729E7C96B}" destId="{589325F9-285F-441A-ABAD-078D03B741A7}" srcOrd="8" destOrd="0" presId="urn:microsoft.com/office/officeart/2018/2/layout/IconVerticalSolidList"/>
    <dgm:cxn modelId="{B4913393-980F-4313-BB44-E72F8E0C15F5}" type="presParOf" srcId="{589325F9-285F-441A-ABAD-078D03B741A7}" destId="{8D3A4E48-4DEC-4EA7-AA90-00C45210F5FE}" srcOrd="0" destOrd="0" presId="urn:microsoft.com/office/officeart/2018/2/layout/IconVerticalSolidList"/>
    <dgm:cxn modelId="{24D2C696-10D0-46BF-90BF-CA51A4ABE34E}" type="presParOf" srcId="{589325F9-285F-441A-ABAD-078D03B741A7}" destId="{66019E58-09B6-49A9-92A1-9A9F0AD207B8}" srcOrd="1" destOrd="0" presId="urn:microsoft.com/office/officeart/2018/2/layout/IconVerticalSolidList"/>
    <dgm:cxn modelId="{A9073EA9-C7B9-4081-B191-A565B2BF5078}" type="presParOf" srcId="{589325F9-285F-441A-ABAD-078D03B741A7}" destId="{1A19B1D4-28B2-422C-8794-D683FE1ADD51}" srcOrd="2" destOrd="0" presId="urn:microsoft.com/office/officeart/2018/2/layout/IconVerticalSolidList"/>
    <dgm:cxn modelId="{ADC0CFF1-0F85-44D0-BDE6-D77019FCEB2C}" type="presParOf" srcId="{589325F9-285F-441A-ABAD-078D03B741A7}" destId="{0876406A-6E20-4FB9-BDA2-E96563F93A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0B1821-BFD5-40D3-B895-46BA2EE2FA7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F1B862-8A61-4809-9410-07D246DBC0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Premium Signature Coffee.</a:t>
          </a:r>
        </a:p>
      </dgm:t>
    </dgm:pt>
    <dgm:pt modelId="{A847A216-6251-4A21-8C26-50757522E3F3}" type="parTrans" cxnId="{0D80FE19-952E-44EC-B3CE-49B2A0944BC7}">
      <dgm:prSet/>
      <dgm:spPr/>
      <dgm:t>
        <a:bodyPr/>
        <a:lstStyle/>
        <a:p>
          <a:endParaRPr lang="en-US"/>
        </a:p>
      </dgm:t>
    </dgm:pt>
    <dgm:pt modelId="{D97488D0-1053-4C8B-9D6C-4423AB8D1A74}" type="sibTrans" cxnId="{0D80FE19-952E-44EC-B3CE-49B2A0944BC7}">
      <dgm:prSet/>
      <dgm:spPr/>
      <dgm:t>
        <a:bodyPr/>
        <a:lstStyle/>
        <a:p>
          <a:endParaRPr lang="en-US"/>
        </a:p>
      </dgm:t>
    </dgm:pt>
    <dgm:pt modelId="{FCFB60EC-9BE8-4D03-919D-CE37788337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Everyday Student Favourite.</a:t>
          </a:r>
        </a:p>
      </dgm:t>
    </dgm:pt>
    <dgm:pt modelId="{15C2AF40-BBCE-4699-BE5A-11B6034F9FF7}" type="parTrans" cxnId="{6596929F-7BED-40F6-BC91-BCFBCECC4274}">
      <dgm:prSet/>
      <dgm:spPr/>
      <dgm:t>
        <a:bodyPr/>
        <a:lstStyle/>
        <a:p>
          <a:endParaRPr lang="en-US"/>
        </a:p>
      </dgm:t>
    </dgm:pt>
    <dgm:pt modelId="{6B57777C-FE2F-4480-90CD-E02FCED40A81}" type="sibTrans" cxnId="{6596929F-7BED-40F6-BC91-BCFBCECC4274}">
      <dgm:prSet/>
      <dgm:spPr/>
      <dgm:t>
        <a:bodyPr/>
        <a:lstStyle/>
        <a:p>
          <a:endParaRPr lang="en-US"/>
        </a:p>
      </dgm:t>
    </dgm:pt>
    <dgm:pt modelId="{6B6F0950-5A41-4F08-8CAD-64613EA9BF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Seasonal Rotating Coffee.</a:t>
          </a:r>
        </a:p>
      </dgm:t>
    </dgm:pt>
    <dgm:pt modelId="{FBF86195-7CCE-4383-B0C9-041EFED5D45B}" type="parTrans" cxnId="{0E5D4327-E55B-4BB6-B60A-46F4C535BE0E}">
      <dgm:prSet/>
      <dgm:spPr/>
      <dgm:t>
        <a:bodyPr/>
        <a:lstStyle/>
        <a:p>
          <a:endParaRPr lang="en-US"/>
        </a:p>
      </dgm:t>
    </dgm:pt>
    <dgm:pt modelId="{D7C4B95D-E541-46EE-93AC-6C8FDDFDEAE6}" type="sibTrans" cxnId="{0E5D4327-E55B-4BB6-B60A-46F4C535BE0E}">
      <dgm:prSet/>
      <dgm:spPr/>
      <dgm:t>
        <a:bodyPr/>
        <a:lstStyle/>
        <a:p>
          <a:endParaRPr lang="en-US"/>
        </a:p>
      </dgm:t>
    </dgm:pt>
    <dgm:pt modelId="{586A389C-57DB-4F05-AFE6-AE8A702C2BE9}" type="pres">
      <dgm:prSet presAssocID="{780B1821-BFD5-40D3-B895-46BA2EE2FA75}" presName="root" presStyleCnt="0">
        <dgm:presLayoutVars>
          <dgm:dir/>
          <dgm:resizeHandles val="exact"/>
        </dgm:presLayoutVars>
      </dgm:prSet>
      <dgm:spPr/>
    </dgm:pt>
    <dgm:pt modelId="{E8B46E99-BF0D-4965-BBD2-9AFCFA7E3557}" type="pres">
      <dgm:prSet presAssocID="{B4F1B862-8A61-4809-9410-07D246DBC032}" presName="compNode" presStyleCnt="0"/>
      <dgm:spPr/>
    </dgm:pt>
    <dgm:pt modelId="{42228EF0-F40C-4057-9812-805A7B0DF011}" type="pres">
      <dgm:prSet presAssocID="{B4F1B862-8A61-4809-9410-07D246DBC03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affee"/>
        </a:ext>
      </dgm:extLst>
    </dgm:pt>
    <dgm:pt modelId="{EA8A6534-B639-4010-947A-DAE50F3B32C6}" type="pres">
      <dgm:prSet presAssocID="{B4F1B862-8A61-4809-9410-07D246DBC032}" presName="spaceRect" presStyleCnt="0"/>
      <dgm:spPr/>
    </dgm:pt>
    <dgm:pt modelId="{DFC639D6-CCAD-4483-992A-4F2608818AAF}" type="pres">
      <dgm:prSet presAssocID="{B4F1B862-8A61-4809-9410-07D246DBC032}" presName="textRect" presStyleLbl="revTx" presStyleIdx="0" presStyleCnt="3">
        <dgm:presLayoutVars>
          <dgm:chMax val="1"/>
          <dgm:chPref val="1"/>
        </dgm:presLayoutVars>
      </dgm:prSet>
      <dgm:spPr/>
    </dgm:pt>
    <dgm:pt modelId="{DF8E599E-4C47-463B-9C8E-7BAC6BEFDBCD}" type="pres">
      <dgm:prSet presAssocID="{D97488D0-1053-4C8B-9D6C-4423AB8D1A74}" presName="sibTrans" presStyleCnt="0"/>
      <dgm:spPr/>
    </dgm:pt>
    <dgm:pt modelId="{30DADC42-22EE-485B-ACBC-AD031A19E061}" type="pres">
      <dgm:prSet presAssocID="{FCFB60EC-9BE8-4D03-919D-CE377883376A}" presName="compNode" presStyleCnt="0"/>
      <dgm:spPr/>
    </dgm:pt>
    <dgm:pt modelId="{DD2DB58D-ADAF-492A-8250-6E21AE3C90BB}" type="pres">
      <dgm:prSet presAssocID="{FCFB60EC-9BE8-4D03-919D-CE377883376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1752EF33-91D0-4D3D-BFC5-EA90E18B2B30}" type="pres">
      <dgm:prSet presAssocID="{FCFB60EC-9BE8-4D03-919D-CE377883376A}" presName="spaceRect" presStyleCnt="0"/>
      <dgm:spPr/>
    </dgm:pt>
    <dgm:pt modelId="{72ECAD50-EF25-48AD-B95A-6DA1C0130420}" type="pres">
      <dgm:prSet presAssocID="{FCFB60EC-9BE8-4D03-919D-CE377883376A}" presName="textRect" presStyleLbl="revTx" presStyleIdx="1" presStyleCnt="3">
        <dgm:presLayoutVars>
          <dgm:chMax val="1"/>
          <dgm:chPref val="1"/>
        </dgm:presLayoutVars>
      </dgm:prSet>
      <dgm:spPr/>
    </dgm:pt>
    <dgm:pt modelId="{D6B36C25-0DA9-482C-822E-B35612CCF700}" type="pres">
      <dgm:prSet presAssocID="{6B57777C-FE2F-4480-90CD-E02FCED40A81}" presName="sibTrans" presStyleCnt="0"/>
      <dgm:spPr/>
    </dgm:pt>
    <dgm:pt modelId="{5BED7DD3-F051-4171-8738-4851541F2AFB}" type="pres">
      <dgm:prSet presAssocID="{6B6F0950-5A41-4F08-8CAD-64613EA9BF65}" presName="compNode" presStyleCnt="0"/>
      <dgm:spPr/>
    </dgm:pt>
    <dgm:pt modelId="{64A32F21-1B6A-46CE-88DA-8493AD29DA8F}" type="pres">
      <dgm:prSet presAssocID="{6B6F0950-5A41-4F08-8CAD-64613EA9BF6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e"/>
        </a:ext>
      </dgm:extLst>
    </dgm:pt>
    <dgm:pt modelId="{1CF5B06D-A22F-4311-9443-E947E4853B31}" type="pres">
      <dgm:prSet presAssocID="{6B6F0950-5A41-4F08-8CAD-64613EA9BF65}" presName="spaceRect" presStyleCnt="0"/>
      <dgm:spPr/>
    </dgm:pt>
    <dgm:pt modelId="{7338E274-9F7A-49FB-A141-48BAB276EF87}" type="pres">
      <dgm:prSet presAssocID="{6B6F0950-5A41-4F08-8CAD-64613EA9BF6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3F88B14-6C16-440F-A3C9-8AB3DF6AC4D2}" type="presOf" srcId="{B4F1B862-8A61-4809-9410-07D246DBC032}" destId="{DFC639D6-CCAD-4483-992A-4F2608818AAF}" srcOrd="0" destOrd="0" presId="urn:microsoft.com/office/officeart/2018/2/layout/IconLabelList"/>
    <dgm:cxn modelId="{0D80FE19-952E-44EC-B3CE-49B2A0944BC7}" srcId="{780B1821-BFD5-40D3-B895-46BA2EE2FA75}" destId="{B4F1B862-8A61-4809-9410-07D246DBC032}" srcOrd="0" destOrd="0" parTransId="{A847A216-6251-4A21-8C26-50757522E3F3}" sibTransId="{D97488D0-1053-4C8B-9D6C-4423AB8D1A74}"/>
    <dgm:cxn modelId="{0E5D4327-E55B-4BB6-B60A-46F4C535BE0E}" srcId="{780B1821-BFD5-40D3-B895-46BA2EE2FA75}" destId="{6B6F0950-5A41-4F08-8CAD-64613EA9BF65}" srcOrd="2" destOrd="0" parTransId="{FBF86195-7CCE-4383-B0C9-041EFED5D45B}" sibTransId="{D7C4B95D-E541-46EE-93AC-6C8FDDFDEAE6}"/>
    <dgm:cxn modelId="{E25D0030-ED9D-4AFC-B8A2-A1FD2903EBCA}" type="presOf" srcId="{6B6F0950-5A41-4F08-8CAD-64613EA9BF65}" destId="{7338E274-9F7A-49FB-A141-48BAB276EF87}" srcOrd="0" destOrd="0" presId="urn:microsoft.com/office/officeart/2018/2/layout/IconLabelList"/>
    <dgm:cxn modelId="{6596929F-7BED-40F6-BC91-BCFBCECC4274}" srcId="{780B1821-BFD5-40D3-B895-46BA2EE2FA75}" destId="{FCFB60EC-9BE8-4D03-919D-CE377883376A}" srcOrd="1" destOrd="0" parTransId="{15C2AF40-BBCE-4699-BE5A-11B6034F9FF7}" sibTransId="{6B57777C-FE2F-4480-90CD-E02FCED40A81}"/>
    <dgm:cxn modelId="{34D73CA9-7790-42CB-B6CC-3DBB97AD2255}" type="presOf" srcId="{780B1821-BFD5-40D3-B895-46BA2EE2FA75}" destId="{586A389C-57DB-4F05-AFE6-AE8A702C2BE9}" srcOrd="0" destOrd="0" presId="urn:microsoft.com/office/officeart/2018/2/layout/IconLabelList"/>
    <dgm:cxn modelId="{482AA7B4-51B7-40F7-B7CC-D701CF421CAC}" type="presOf" srcId="{FCFB60EC-9BE8-4D03-919D-CE377883376A}" destId="{72ECAD50-EF25-48AD-B95A-6DA1C0130420}" srcOrd="0" destOrd="0" presId="urn:microsoft.com/office/officeart/2018/2/layout/IconLabelList"/>
    <dgm:cxn modelId="{3BBFB214-0752-4DEE-8ED6-5A9B9B2A4F39}" type="presParOf" srcId="{586A389C-57DB-4F05-AFE6-AE8A702C2BE9}" destId="{E8B46E99-BF0D-4965-BBD2-9AFCFA7E3557}" srcOrd="0" destOrd="0" presId="urn:microsoft.com/office/officeart/2018/2/layout/IconLabelList"/>
    <dgm:cxn modelId="{261EDD4E-C935-4809-AF66-48CD1881F833}" type="presParOf" srcId="{E8B46E99-BF0D-4965-BBD2-9AFCFA7E3557}" destId="{42228EF0-F40C-4057-9812-805A7B0DF011}" srcOrd="0" destOrd="0" presId="urn:microsoft.com/office/officeart/2018/2/layout/IconLabelList"/>
    <dgm:cxn modelId="{C434BAE7-790D-4B3A-A445-CAAF05AE7ACA}" type="presParOf" srcId="{E8B46E99-BF0D-4965-BBD2-9AFCFA7E3557}" destId="{EA8A6534-B639-4010-947A-DAE50F3B32C6}" srcOrd="1" destOrd="0" presId="urn:microsoft.com/office/officeart/2018/2/layout/IconLabelList"/>
    <dgm:cxn modelId="{71D89B47-E73E-4E65-A175-8656EF5659F1}" type="presParOf" srcId="{E8B46E99-BF0D-4965-BBD2-9AFCFA7E3557}" destId="{DFC639D6-CCAD-4483-992A-4F2608818AAF}" srcOrd="2" destOrd="0" presId="urn:microsoft.com/office/officeart/2018/2/layout/IconLabelList"/>
    <dgm:cxn modelId="{532E7DED-E9A3-4B2C-B4C7-47D25D27A6F7}" type="presParOf" srcId="{586A389C-57DB-4F05-AFE6-AE8A702C2BE9}" destId="{DF8E599E-4C47-463B-9C8E-7BAC6BEFDBCD}" srcOrd="1" destOrd="0" presId="urn:microsoft.com/office/officeart/2018/2/layout/IconLabelList"/>
    <dgm:cxn modelId="{7185E130-9E26-4D82-AAE2-3B51233A1A92}" type="presParOf" srcId="{586A389C-57DB-4F05-AFE6-AE8A702C2BE9}" destId="{30DADC42-22EE-485B-ACBC-AD031A19E061}" srcOrd="2" destOrd="0" presId="urn:microsoft.com/office/officeart/2018/2/layout/IconLabelList"/>
    <dgm:cxn modelId="{09AF70C8-6889-4231-9348-4B980DF1BF36}" type="presParOf" srcId="{30DADC42-22EE-485B-ACBC-AD031A19E061}" destId="{DD2DB58D-ADAF-492A-8250-6E21AE3C90BB}" srcOrd="0" destOrd="0" presId="urn:microsoft.com/office/officeart/2018/2/layout/IconLabelList"/>
    <dgm:cxn modelId="{192EA55E-0905-42C2-9136-D19A3720B83A}" type="presParOf" srcId="{30DADC42-22EE-485B-ACBC-AD031A19E061}" destId="{1752EF33-91D0-4D3D-BFC5-EA90E18B2B30}" srcOrd="1" destOrd="0" presId="urn:microsoft.com/office/officeart/2018/2/layout/IconLabelList"/>
    <dgm:cxn modelId="{BE420505-0E9C-4222-A3ED-9F97B45AD4BA}" type="presParOf" srcId="{30DADC42-22EE-485B-ACBC-AD031A19E061}" destId="{72ECAD50-EF25-48AD-B95A-6DA1C0130420}" srcOrd="2" destOrd="0" presId="urn:microsoft.com/office/officeart/2018/2/layout/IconLabelList"/>
    <dgm:cxn modelId="{8D7A3DFE-3124-497F-A043-0C14D2A0A0BE}" type="presParOf" srcId="{586A389C-57DB-4F05-AFE6-AE8A702C2BE9}" destId="{D6B36C25-0DA9-482C-822E-B35612CCF700}" srcOrd="3" destOrd="0" presId="urn:microsoft.com/office/officeart/2018/2/layout/IconLabelList"/>
    <dgm:cxn modelId="{D5D5BC27-86DD-4F8F-9B76-88F593A4C534}" type="presParOf" srcId="{586A389C-57DB-4F05-AFE6-AE8A702C2BE9}" destId="{5BED7DD3-F051-4171-8738-4851541F2AFB}" srcOrd="4" destOrd="0" presId="urn:microsoft.com/office/officeart/2018/2/layout/IconLabelList"/>
    <dgm:cxn modelId="{B2C68CE3-AE14-43B2-858E-4DC4BB9E789D}" type="presParOf" srcId="{5BED7DD3-F051-4171-8738-4851541F2AFB}" destId="{64A32F21-1B6A-46CE-88DA-8493AD29DA8F}" srcOrd="0" destOrd="0" presId="urn:microsoft.com/office/officeart/2018/2/layout/IconLabelList"/>
    <dgm:cxn modelId="{2DA95CC9-B473-4A61-99C9-165E39D7B6B7}" type="presParOf" srcId="{5BED7DD3-F051-4171-8738-4851541F2AFB}" destId="{1CF5B06D-A22F-4311-9443-E947E4853B31}" srcOrd="1" destOrd="0" presId="urn:microsoft.com/office/officeart/2018/2/layout/IconLabelList"/>
    <dgm:cxn modelId="{8E4B7537-4A3B-4917-9577-59BB9A78D40A}" type="presParOf" srcId="{5BED7DD3-F051-4171-8738-4851541F2AFB}" destId="{7338E274-9F7A-49FB-A141-48BAB276EF8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E718645-D3F6-421D-A08E-69526FADE1C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0C3993-AA8D-41E7-9A1F-AB33685C17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Balance quality, student preferences and profitability.</a:t>
          </a:r>
        </a:p>
      </dgm:t>
    </dgm:pt>
    <dgm:pt modelId="{D1915610-F3BC-4FCD-A0AF-586762D0B94D}" type="parTrans" cxnId="{2B9632C6-B422-4F04-BE44-28F22440FA49}">
      <dgm:prSet/>
      <dgm:spPr/>
      <dgm:t>
        <a:bodyPr/>
        <a:lstStyle/>
        <a:p>
          <a:endParaRPr lang="en-US"/>
        </a:p>
      </dgm:t>
    </dgm:pt>
    <dgm:pt modelId="{E9A1832B-7769-4941-971A-BF414374730A}" type="sibTrans" cxnId="{2B9632C6-B422-4F04-BE44-28F22440FA49}">
      <dgm:prSet/>
      <dgm:spPr/>
      <dgm:t>
        <a:bodyPr/>
        <a:lstStyle/>
        <a:p>
          <a:endParaRPr lang="en-US"/>
        </a:p>
      </dgm:t>
    </dgm:pt>
    <dgm:pt modelId="{71570FD2-65AD-4925-9474-51DDBBB897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Source from top-rated origins and roasters.</a:t>
          </a:r>
        </a:p>
      </dgm:t>
    </dgm:pt>
    <dgm:pt modelId="{C4924862-4F5E-4C77-84BE-E618D0A1971C}" type="parTrans" cxnId="{095EAB5E-2F21-4898-88C3-CBD9419500DC}">
      <dgm:prSet/>
      <dgm:spPr/>
      <dgm:t>
        <a:bodyPr/>
        <a:lstStyle/>
        <a:p>
          <a:endParaRPr lang="en-US"/>
        </a:p>
      </dgm:t>
    </dgm:pt>
    <dgm:pt modelId="{385C9626-C642-4CFD-A779-A02FDD7180FE}" type="sibTrans" cxnId="{095EAB5E-2F21-4898-88C3-CBD9419500DC}">
      <dgm:prSet/>
      <dgm:spPr/>
      <dgm:t>
        <a:bodyPr/>
        <a:lstStyle/>
        <a:p>
          <a:endParaRPr lang="en-US"/>
        </a:p>
      </dgm:t>
    </dgm:pt>
    <dgm:pt modelId="{4933175B-D108-470F-BBDB-20A4EB166B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Build a menu around sweet, chocolate-forward coffees.</a:t>
          </a:r>
        </a:p>
      </dgm:t>
    </dgm:pt>
    <dgm:pt modelId="{9FCE0216-4FB7-439F-937C-52F6019A48AD}" type="parTrans" cxnId="{D7AEC3D9-C2D2-4170-80EC-7FA6D414180B}">
      <dgm:prSet/>
      <dgm:spPr/>
      <dgm:t>
        <a:bodyPr/>
        <a:lstStyle/>
        <a:p>
          <a:endParaRPr lang="en-US"/>
        </a:p>
      </dgm:t>
    </dgm:pt>
    <dgm:pt modelId="{D0BA6AF5-F853-4FCE-88EA-8E24DC58F018}" type="sibTrans" cxnId="{D7AEC3D9-C2D2-4170-80EC-7FA6D414180B}">
      <dgm:prSet/>
      <dgm:spPr/>
      <dgm:t>
        <a:bodyPr/>
        <a:lstStyle/>
        <a:p>
          <a:endParaRPr lang="en-US"/>
        </a:p>
      </dgm:t>
    </dgm:pt>
    <dgm:pt modelId="{8EE4215B-14BD-4F57-976B-22D2E7550DDB}" type="pres">
      <dgm:prSet presAssocID="{2E718645-D3F6-421D-A08E-69526FADE1CB}" presName="root" presStyleCnt="0">
        <dgm:presLayoutVars>
          <dgm:dir/>
          <dgm:resizeHandles val="exact"/>
        </dgm:presLayoutVars>
      </dgm:prSet>
      <dgm:spPr/>
    </dgm:pt>
    <dgm:pt modelId="{0CFB5475-C38E-40B7-8A52-43218BBE90F1}" type="pres">
      <dgm:prSet presAssocID="{4F0C3993-AA8D-41E7-9A1F-AB33685C17C0}" presName="compNode" presStyleCnt="0"/>
      <dgm:spPr/>
    </dgm:pt>
    <dgm:pt modelId="{900DC020-AF3D-4D14-82A5-163D829450F5}" type="pres">
      <dgm:prSet presAssocID="{4F0C3993-AA8D-41E7-9A1F-AB33685C17C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EFA8B21E-BC7F-40D1-8331-F1CBBE0EC370}" type="pres">
      <dgm:prSet presAssocID="{4F0C3993-AA8D-41E7-9A1F-AB33685C17C0}" presName="spaceRect" presStyleCnt="0"/>
      <dgm:spPr/>
    </dgm:pt>
    <dgm:pt modelId="{6986D208-9847-4883-86A2-D437133368A8}" type="pres">
      <dgm:prSet presAssocID="{4F0C3993-AA8D-41E7-9A1F-AB33685C17C0}" presName="textRect" presStyleLbl="revTx" presStyleIdx="0" presStyleCnt="3">
        <dgm:presLayoutVars>
          <dgm:chMax val="1"/>
          <dgm:chPref val="1"/>
        </dgm:presLayoutVars>
      </dgm:prSet>
      <dgm:spPr/>
    </dgm:pt>
    <dgm:pt modelId="{0E6176CD-92E3-4E42-9D18-DEB11AB03558}" type="pres">
      <dgm:prSet presAssocID="{E9A1832B-7769-4941-971A-BF414374730A}" presName="sibTrans" presStyleCnt="0"/>
      <dgm:spPr/>
    </dgm:pt>
    <dgm:pt modelId="{2399DE4B-1217-4F3D-9791-E2920787DE34}" type="pres">
      <dgm:prSet presAssocID="{71570FD2-65AD-4925-9474-51DDBBB8970A}" presName="compNode" presStyleCnt="0"/>
      <dgm:spPr/>
    </dgm:pt>
    <dgm:pt modelId="{59A2519E-77B3-46A4-B3DB-D0111006B668}" type="pres">
      <dgm:prSet presAssocID="{71570FD2-65AD-4925-9474-51DDBBB8970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4330F454-1500-49F2-85D6-A040CF836487}" type="pres">
      <dgm:prSet presAssocID="{71570FD2-65AD-4925-9474-51DDBBB8970A}" presName="spaceRect" presStyleCnt="0"/>
      <dgm:spPr/>
    </dgm:pt>
    <dgm:pt modelId="{A01E0D1D-0C85-4815-9177-AFDC33066670}" type="pres">
      <dgm:prSet presAssocID="{71570FD2-65AD-4925-9474-51DDBBB8970A}" presName="textRect" presStyleLbl="revTx" presStyleIdx="1" presStyleCnt="3">
        <dgm:presLayoutVars>
          <dgm:chMax val="1"/>
          <dgm:chPref val="1"/>
        </dgm:presLayoutVars>
      </dgm:prSet>
      <dgm:spPr/>
    </dgm:pt>
    <dgm:pt modelId="{9C884A5A-13F6-41EE-8E47-20B8FD211C6D}" type="pres">
      <dgm:prSet presAssocID="{385C9626-C642-4CFD-A779-A02FDD7180FE}" presName="sibTrans" presStyleCnt="0"/>
      <dgm:spPr/>
    </dgm:pt>
    <dgm:pt modelId="{7CFF9D07-7558-4B65-BA76-AA5B41E794C0}" type="pres">
      <dgm:prSet presAssocID="{4933175B-D108-470F-BBDB-20A4EB166B34}" presName="compNode" presStyleCnt="0"/>
      <dgm:spPr/>
    </dgm:pt>
    <dgm:pt modelId="{0A0DC6B0-9EEF-46D3-9F84-F54B7433404C}" type="pres">
      <dgm:prSet presAssocID="{4933175B-D108-470F-BBDB-20A4EB166B3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pcake"/>
        </a:ext>
      </dgm:extLst>
    </dgm:pt>
    <dgm:pt modelId="{BAECBBE4-3DB9-4E53-ADE6-3D440C00033A}" type="pres">
      <dgm:prSet presAssocID="{4933175B-D108-470F-BBDB-20A4EB166B34}" presName="spaceRect" presStyleCnt="0"/>
      <dgm:spPr/>
    </dgm:pt>
    <dgm:pt modelId="{EA8FCF7C-9B86-4620-8E99-6167DA02F685}" type="pres">
      <dgm:prSet presAssocID="{4933175B-D108-470F-BBDB-20A4EB166B3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95EAB5E-2F21-4898-88C3-CBD9419500DC}" srcId="{2E718645-D3F6-421D-A08E-69526FADE1CB}" destId="{71570FD2-65AD-4925-9474-51DDBBB8970A}" srcOrd="1" destOrd="0" parTransId="{C4924862-4F5E-4C77-84BE-E618D0A1971C}" sibTransId="{385C9626-C642-4CFD-A779-A02FDD7180FE}"/>
    <dgm:cxn modelId="{84D2836A-6F4F-46B6-805C-2B936EBEA88E}" type="presOf" srcId="{71570FD2-65AD-4925-9474-51DDBBB8970A}" destId="{A01E0D1D-0C85-4815-9177-AFDC33066670}" srcOrd="0" destOrd="0" presId="urn:microsoft.com/office/officeart/2018/2/layout/IconLabelList"/>
    <dgm:cxn modelId="{2B9632C6-B422-4F04-BE44-28F22440FA49}" srcId="{2E718645-D3F6-421D-A08E-69526FADE1CB}" destId="{4F0C3993-AA8D-41E7-9A1F-AB33685C17C0}" srcOrd="0" destOrd="0" parTransId="{D1915610-F3BC-4FCD-A0AF-586762D0B94D}" sibTransId="{E9A1832B-7769-4941-971A-BF414374730A}"/>
    <dgm:cxn modelId="{641E32D9-3026-41AF-B0C2-048A6812E4C7}" type="presOf" srcId="{2E718645-D3F6-421D-A08E-69526FADE1CB}" destId="{8EE4215B-14BD-4F57-976B-22D2E7550DDB}" srcOrd="0" destOrd="0" presId="urn:microsoft.com/office/officeart/2018/2/layout/IconLabelList"/>
    <dgm:cxn modelId="{D7AEC3D9-C2D2-4170-80EC-7FA6D414180B}" srcId="{2E718645-D3F6-421D-A08E-69526FADE1CB}" destId="{4933175B-D108-470F-BBDB-20A4EB166B34}" srcOrd="2" destOrd="0" parTransId="{9FCE0216-4FB7-439F-937C-52F6019A48AD}" sibTransId="{D0BA6AF5-F853-4FCE-88EA-8E24DC58F018}"/>
    <dgm:cxn modelId="{3A9C09DF-C4E3-482B-B3FA-39FF06F9D806}" type="presOf" srcId="{4F0C3993-AA8D-41E7-9A1F-AB33685C17C0}" destId="{6986D208-9847-4883-86A2-D437133368A8}" srcOrd="0" destOrd="0" presId="urn:microsoft.com/office/officeart/2018/2/layout/IconLabelList"/>
    <dgm:cxn modelId="{4F2896F7-8397-4884-8F58-67DE85D6F198}" type="presOf" srcId="{4933175B-D108-470F-BBDB-20A4EB166B34}" destId="{EA8FCF7C-9B86-4620-8E99-6167DA02F685}" srcOrd="0" destOrd="0" presId="urn:microsoft.com/office/officeart/2018/2/layout/IconLabelList"/>
    <dgm:cxn modelId="{62DA31EA-C80E-4D5E-8580-D1E602DD8E4E}" type="presParOf" srcId="{8EE4215B-14BD-4F57-976B-22D2E7550DDB}" destId="{0CFB5475-C38E-40B7-8A52-43218BBE90F1}" srcOrd="0" destOrd="0" presId="urn:microsoft.com/office/officeart/2018/2/layout/IconLabelList"/>
    <dgm:cxn modelId="{50447E80-E401-4ED9-9870-00F0104335A9}" type="presParOf" srcId="{0CFB5475-C38E-40B7-8A52-43218BBE90F1}" destId="{900DC020-AF3D-4D14-82A5-163D829450F5}" srcOrd="0" destOrd="0" presId="urn:microsoft.com/office/officeart/2018/2/layout/IconLabelList"/>
    <dgm:cxn modelId="{E385398B-047F-4FFE-AB17-9E77E4D88E7F}" type="presParOf" srcId="{0CFB5475-C38E-40B7-8A52-43218BBE90F1}" destId="{EFA8B21E-BC7F-40D1-8331-F1CBBE0EC370}" srcOrd="1" destOrd="0" presId="urn:microsoft.com/office/officeart/2018/2/layout/IconLabelList"/>
    <dgm:cxn modelId="{0EAAF9D8-EBB6-44B0-AA6A-4F9F3FCAD8EF}" type="presParOf" srcId="{0CFB5475-C38E-40B7-8A52-43218BBE90F1}" destId="{6986D208-9847-4883-86A2-D437133368A8}" srcOrd="2" destOrd="0" presId="urn:microsoft.com/office/officeart/2018/2/layout/IconLabelList"/>
    <dgm:cxn modelId="{CDDA1A25-D7E1-440E-B0B8-CCA0EB4F6623}" type="presParOf" srcId="{8EE4215B-14BD-4F57-976B-22D2E7550DDB}" destId="{0E6176CD-92E3-4E42-9D18-DEB11AB03558}" srcOrd="1" destOrd="0" presId="urn:microsoft.com/office/officeart/2018/2/layout/IconLabelList"/>
    <dgm:cxn modelId="{C77922E5-36DA-43EC-A824-BE39446C2D2D}" type="presParOf" srcId="{8EE4215B-14BD-4F57-976B-22D2E7550DDB}" destId="{2399DE4B-1217-4F3D-9791-E2920787DE34}" srcOrd="2" destOrd="0" presId="urn:microsoft.com/office/officeart/2018/2/layout/IconLabelList"/>
    <dgm:cxn modelId="{6AA97A08-259D-4A7F-BEA9-2B4CEB30D60C}" type="presParOf" srcId="{2399DE4B-1217-4F3D-9791-E2920787DE34}" destId="{59A2519E-77B3-46A4-B3DB-D0111006B668}" srcOrd="0" destOrd="0" presId="urn:microsoft.com/office/officeart/2018/2/layout/IconLabelList"/>
    <dgm:cxn modelId="{FCC293BC-8294-4402-8B61-DEADFFE1500E}" type="presParOf" srcId="{2399DE4B-1217-4F3D-9791-E2920787DE34}" destId="{4330F454-1500-49F2-85D6-A040CF836487}" srcOrd="1" destOrd="0" presId="urn:microsoft.com/office/officeart/2018/2/layout/IconLabelList"/>
    <dgm:cxn modelId="{B721A6C8-F416-40BC-91F0-244F58667092}" type="presParOf" srcId="{2399DE4B-1217-4F3D-9791-E2920787DE34}" destId="{A01E0D1D-0C85-4815-9177-AFDC33066670}" srcOrd="2" destOrd="0" presId="urn:microsoft.com/office/officeart/2018/2/layout/IconLabelList"/>
    <dgm:cxn modelId="{A8382036-893A-44DF-8B64-A6265C44AFDC}" type="presParOf" srcId="{8EE4215B-14BD-4F57-976B-22D2E7550DDB}" destId="{9C884A5A-13F6-41EE-8E47-20B8FD211C6D}" srcOrd="3" destOrd="0" presId="urn:microsoft.com/office/officeart/2018/2/layout/IconLabelList"/>
    <dgm:cxn modelId="{7D1A8E94-EFED-4262-B515-4D4E18E818DB}" type="presParOf" srcId="{8EE4215B-14BD-4F57-976B-22D2E7550DDB}" destId="{7CFF9D07-7558-4B65-BA76-AA5B41E794C0}" srcOrd="4" destOrd="0" presId="urn:microsoft.com/office/officeart/2018/2/layout/IconLabelList"/>
    <dgm:cxn modelId="{F7CC50D3-BAEE-48C9-ABC2-9E5CFAE3A99D}" type="presParOf" srcId="{7CFF9D07-7558-4B65-BA76-AA5B41E794C0}" destId="{0A0DC6B0-9EEF-46D3-9F84-F54B7433404C}" srcOrd="0" destOrd="0" presId="urn:microsoft.com/office/officeart/2018/2/layout/IconLabelList"/>
    <dgm:cxn modelId="{C2F629AA-CA17-4E14-92BC-F278EC633694}" type="presParOf" srcId="{7CFF9D07-7558-4B65-BA76-AA5B41E794C0}" destId="{BAECBBE4-3DB9-4E53-ADE6-3D440C00033A}" srcOrd="1" destOrd="0" presId="urn:microsoft.com/office/officeart/2018/2/layout/IconLabelList"/>
    <dgm:cxn modelId="{0E042113-76E9-465A-B2AC-4A9D6831277D}" type="presParOf" srcId="{7CFF9D07-7558-4B65-BA76-AA5B41E794C0}" destId="{EA8FCF7C-9B86-4620-8E99-6167DA02F68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E1D6FE-DB51-4F64-99DA-67F7D70E398E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289BBF-BC1B-483F-8451-F2C916B4EAA6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E9AFA8-45EE-4202-974D-814F1965CDDB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Focus on sweet, chocolate-forward coffees.</a:t>
          </a:r>
        </a:p>
      </dsp:txBody>
      <dsp:txXfrm>
        <a:off x="1074268" y="4366"/>
        <a:ext cx="5170996" cy="930102"/>
      </dsp:txXfrm>
    </dsp:sp>
    <dsp:sp modelId="{E48B6781-EC22-4D0F-84D0-B00920154A35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A1CCC-49C8-4553-B4B5-D570435F5F16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B75652-257C-4E88-A3DD-8335D7E5C9E8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Prioritise origins with high ratings and strong student appeal.</a:t>
          </a:r>
        </a:p>
      </dsp:txBody>
      <dsp:txXfrm>
        <a:off x="1074268" y="1166994"/>
        <a:ext cx="5170996" cy="930102"/>
      </dsp:txXfrm>
    </dsp:sp>
    <dsp:sp modelId="{533B44A4-AADE-4827-814A-C7E9B62E3356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A7D0DF-29E9-4143-B6CE-6D815DBF5E64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78ADC0-D964-47D6-AD1F-2A4CB215C5FC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Partner with top-performing roasters.</a:t>
          </a:r>
        </a:p>
      </dsp:txBody>
      <dsp:txXfrm>
        <a:off x="1074268" y="2329622"/>
        <a:ext cx="5170996" cy="930102"/>
      </dsp:txXfrm>
    </dsp:sp>
    <dsp:sp modelId="{EE78EC46-0C93-4D20-9C80-7E857361CC57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EBE941-FC12-413E-BCF1-5672F636E159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AC78F2-03DB-46D4-B0C3-1E47422325D8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Stock mainly medium and medium-dark roasts.</a:t>
          </a:r>
        </a:p>
      </dsp:txBody>
      <dsp:txXfrm>
        <a:off x="1074268" y="3492250"/>
        <a:ext cx="5170996" cy="930102"/>
      </dsp:txXfrm>
    </dsp:sp>
    <dsp:sp modelId="{8D3A4E48-4DEC-4EA7-AA90-00C45210F5FE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019E58-09B6-49A9-92A1-9A9F0AD207B8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6406A-6E20-4FB9-BDA2-E96563F93A10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Offer premium, everyday, and seasonal coffee options.</a:t>
          </a:r>
        </a:p>
      </dsp:txBody>
      <dsp:txXfrm>
        <a:off x="1074268" y="4654878"/>
        <a:ext cx="5170996" cy="9301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228EF0-F40C-4057-9812-805A7B0DF011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C639D6-CCAD-4483-992A-4F2608818AAF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Premium Signature Coffee.</a:t>
          </a:r>
        </a:p>
      </dsp:txBody>
      <dsp:txXfrm>
        <a:off x="417971" y="2644140"/>
        <a:ext cx="2889450" cy="720000"/>
      </dsp:txXfrm>
    </dsp:sp>
    <dsp:sp modelId="{DD2DB58D-ADAF-492A-8250-6E21AE3C90BB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ECAD50-EF25-48AD-B95A-6DA1C0130420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Everyday Student Favourite.</a:t>
          </a:r>
        </a:p>
      </dsp:txBody>
      <dsp:txXfrm>
        <a:off x="3813075" y="2644140"/>
        <a:ext cx="2889450" cy="720000"/>
      </dsp:txXfrm>
    </dsp:sp>
    <dsp:sp modelId="{64A32F21-1B6A-46CE-88DA-8493AD29DA8F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38E274-9F7A-49FB-A141-48BAB276EF87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Seasonal Rotating Coffee.</a:t>
          </a:r>
        </a:p>
      </dsp:txBody>
      <dsp:txXfrm>
        <a:off x="7208178" y="2644140"/>
        <a:ext cx="28894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DC020-AF3D-4D14-82A5-163D829450F5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86D208-9847-4883-86A2-D437133368A8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Balance quality, student preferences and profitability.</a:t>
          </a:r>
        </a:p>
      </dsp:txBody>
      <dsp:txXfrm>
        <a:off x="417971" y="2644140"/>
        <a:ext cx="2889450" cy="720000"/>
      </dsp:txXfrm>
    </dsp:sp>
    <dsp:sp modelId="{59A2519E-77B3-46A4-B3DB-D0111006B668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E0D1D-0C85-4815-9177-AFDC33066670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Source from top-rated origins and roasters.</a:t>
          </a:r>
        </a:p>
      </dsp:txBody>
      <dsp:txXfrm>
        <a:off x="3813075" y="2644140"/>
        <a:ext cx="2889450" cy="720000"/>
      </dsp:txXfrm>
    </dsp:sp>
    <dsp:sp modelId="{0A0DC6B0-9EEF-46D3-9F84-F54B7433404C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FCF7C-9B86-4620-8E99-6167DA02F685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Build a menu around sweet, chocolate-forward coffees.</a:t>
          </a:r>
        </a:p>
      </dsp:txBody>
      <dsp:txXfrm>
        <a:off x="7208178" y="2644140"/>
        <a:ext cx="28894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6D4CF-FAD5-0D9C-FBB3-39B956AC4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D3E480B-763E-0DA7-1A8C-EB38422BF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102728-FDCF-CC00-B7EC-A8F69CEFA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B7EE9-1780-40C9-86DC-774FD140FA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440F48-172F-1E39-EC81-CB0A670A0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8AE039-85B0-27A3-FFE1-0DDFFE47E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F52F-AA3D-4458-BF83-9529FFCFEAF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6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EF6518-DB3D-C84E-01C2-C987A1148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510938-FD6D-2A24-E445-4C448770D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3B8432-ECEE-9492-E2BD-7183B731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B7EE9-1780-40C9-86DC-774FD140FA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DF3585-A17E-2FBF-909C-2DFEA6CAE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F3731D-1D80-77CF-1B65-D8FFBC01E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F52F-AA3D-4458-BF83-9529FFCFEAF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4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E9867-7AF1-0F95-BA65-7B696D68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F846A1-3D7E-52AD-DFCF-A94351E20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CCAEE6-A59C-D375-1D89-4A79A364F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B7EE9-1780-40C9-86DC-774FD140FA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4A2C41-4729-46D6-038A-60539B0A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B20763-0178-428E-88DF-8B6F64F16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F52F-AA3D-4458-BF83-9529FFCFEAF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4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531CE6-D460-1C0C-B711-07BBEDD42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590551-A636-5ABC-845B-CEA139DD9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50646A-AA29-1BFE-DC73-94249B1CC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A3DF35A-B029-B3C2-521C-5216FD8CB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B7EE9-1780-40C9-86DC-774FD140FA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1A89C3-5906-FBBF-B81D-876C15F4F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0FCCDF-6D7D-C66A-E60B-EFFEA7997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F52F-AA3D-4458-BF83-9529FFCFEAF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895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6CC239-07A7-507E-7E1B-A87DFE9B1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F064A6-9734-F4B0-3737-B9A68C098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CC5A7C7-B7F6-F68A-E08E-B8CCFB5B8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D937C6B-0D49-A23D-8207-16AF6858E2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8CDB167-BDDB-04E6-3DD4-45931CE34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6D0257E-6375-3574-B488-BD9FE5F99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B7EE9-1780-40C9-86DC-774FD140FA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E6FA0CE-71C6-833F-0CBC-F3E649373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CCFC2BC-9812-75DB-1040-D2E73A212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F52F-AA3D-4458-BF83-9529FFCFEAF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86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542A55-A10F-AC91-DB4B-BAF545308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EC7A3DC-002A-BCD2-D151-6518A4631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B7EE9-1780-40C9-86DC-774FD140FA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FAD757-6F0C-3324-A0D5-9CF25CBF9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182B6F2-6DCD-9CF6-FFB7-580E2C948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F52F-AA3D-4458-BF83-9529FFCFEAF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341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5553194-C789-6EE6-2488-9EB5DA57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B7EE9-1780-40C9-86DC-774FD140FA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1BD6562-4555-DF2D-2386-B57F6B100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B1F6D4F-9AD8-8CD5-7CBD-6635FBFA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F52F-AA3D-4458-BF83-9529FFCFEAF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58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7A90FF-ED09-BB67-6BF3-317A704D8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45FD9D-C86D-7D26-9799-DC458FEA7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E90EE85-2F66-FBE9-3DAB-2FFBB2DF3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904301-9DDA-5122-0828-5CA2D460C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B7EE9-1780-40C9-86DC-774FD140FA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29312E-D791-4950-9D81-D910A5CE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51AE4B-99EC-0B8A-DF64-AC2AC4288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F52F-AA3D-4458-BF83-9529FFCFEAF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67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E290A-88B8-F237-0E22-70B80FC42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C57C9F7-29C8-AD9F-ECAE-225695E90E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84DDCB-DC12-64B7-62B1-DF166B6F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2F8CDAF-23E8-367E-32E8-B585EF7E6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B7EE9-1780-40C9-86DC-774FD140FA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B06D051-FD44-FAAD-9816-B7A48332D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EBA917B-6DD1-63E8-A46B-D67D589EE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F52F-AA3D-4458-BF83-9529FFCFEAF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13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1CE960-C687-42F5-C481-7431AF6D8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635E1A3-DDAD-9B78-16FB-5EE7A9AA0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B90128-B193-7CC0-C28F-76C5778D1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B7EE9-1780-40C9-86DC-774FD140FA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778271-DB63-4EAB-B01E-84C7AD797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EB8E3D-6885-EE18-E151-441B1F1F2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F52F-AA3D-4458-BF83-9529FFCFEAF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26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151BE9A-A149-4960-93CB-A98397D3C0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C65D7BB-D8E8-E8E4-2458-984C31602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F3467B-098E-FE57-DE8B-F8EE03DB8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B7EE9-1780-40C9-86DC-774FD140FA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B8E9DE-F2DD-4865-CA77-76CF9DA3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14CD7B-335F-59A6-D2CD-32C0DF037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F52F-AA3D-4458-BF83-9529FFCFEAF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03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D1EAD21-CC89-E309-6C32-BB03735C4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4DB987-BE7C-FBBA-5B0A-20EA667DF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DBF762-D4D2-7D7B-BE85-50D61BE5C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AB7EE9-1780-40C9-86DC-774FD140FA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7F87C0-D276-202C-B20C-283751D9DA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7D2902-5875-8749-F24D-B69E14C9A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8EF52F-AA3D-4458-BF83-9529FFCFEAF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2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 descr="Coffee Cover Stock Photos, Images and Backgrounds for Free Download">
            <a:extLst>
              <a:ext uri="{FF2B5EF4-FFF2-40B4-BE49-F238E27FC236}">
                <a16:creationId xmlns:a16="http://schemas.microsoft.com/office/drawing/2014/main" id="{FF11884A-9E7D-258E-6AB0-10C15A6BB6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4" b="-1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5388849-90FF-AA36-CB41-F53E57D8D4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5360" y="1949752"/>
            <a:ext cx="5452529" cy="3569242"/>
          </a:xfrm>
        </p:spPr>
        <p:txBody>
          <a:bodyPr anchor="t">
            <a:normAutofit/>
          </a:bodyPr>
          <a:lstStyle/>
          <a:p>
            <a:pPr algn="l"/>
            <a:r>
              <a:rPr lang="en-US" sz="5200" dirty="0">
                <a:solidFill>
                  <a:srgbClr val="FFFFFF"/>
                </a:solidFill>
              </a:rPr>
              <a:t>Coffee report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93A284-9A4F-E881-A661-B808CAA53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6885" y="2603705"/>
            <a:ext cx="5449479" cy="1578054"/>
          </a:xfrm>
        </p:spPr>
        <p:txBody>
          <a:bodyPr anchor="b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Key insights for a successful coffee hub</a:t>
            </a:r>
          </a:p>
          <a:p>
            <a:pPr algn="l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21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12C71D2-EA5A-A921-B4E1-E47E5C195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de-DE" sz="7400"/>
              <a:t>Executive Summary</a:t>
            </a:r>
            <a:endParaRPr lang="en-US" sz="74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38580CAB-E898-ECB1-48C2-40926BD47A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799198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029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AB82109-3F0B-7315-CFAA-F4C5166E4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de-DE" sz="5000"/>
              <a:t>Student Preferences</a:t>
            </a:r>
            <a:endParaRPr lang="en-US" sz="5000"/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0C7C11-FF5E-7B18-7AFB-7BA5973F9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Student Match Score built from flavour keywords.</a:t>
            </a:r>
          </a:p>
          <a:p>
            <a:r>
              <a:rPr lang="en-US" sz="2200"/>
              <a:t>Students favour sweet, chocolate, fruity and rich coffees.</a:t>
            </a:r>
          </a:p>
          <a:p>
            <a:r>
              <a:rPr lang="en-US" sz="2200"/>
              <a:t>Use flavour profile as a key selection criterion.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00AFC68-746A-09AA-5A2A-573F2234A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498" y="640080"/>
            <a:ext cx="5545315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567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60580AC-A1CD-1F7F-5B75-9A23174C8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de-DE" sz="4600"/>
              <a:t>Coffee Origin Analysis</a:t>
            </a:r>
            <a:endParaRPr lang="en-US" sz="460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70F82A-4880-9CC6-042A-EC1687422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Compare quality, cost and student appeal.</a:t>
            </a:r>
          </a:p>
          <a:p>
            <a:r>
              <a:rPr lang="en-US" sz="2200" dirty="0"/>
              <a:t>Select origins with high ratings and reasonable costs.</a:t>
            </a:r>
          </a:p>
          <a:p>
            <a:endParaRPr lang="en-US" sz="22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E8054AC-E13A-8A76-D445-5E18F72A9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193921"/>
            <a:ext cx="6903720" cy="447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529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2EF686-9838-3407-8493-C92CE58A7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de-DE" sz="5400"/>
              <a:t>Roaster Analysis</a:t>
            </a:r>
            <a:endParaRPr lang="en-US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B085F5-2571-030C-D667-FF8D605B3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Identify suppliers with consistently high ratings.</a:t>
            </a:r>
          </a:p>
          <a:p>
            <a:r>
              <a:rPr lang="en-US" sz="2200" dirty="0"/>
              <a:t>Prefer roasters with broad offerings and strong appeal.</a:t>
            </a:r>
          </a:p>
          <a:p>
            <a:endParaRPr lang="en-US" sz="22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151BA27-3418-F732-3EA0-29A1F0117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193428"/>
            <a:ext cx="6903720" cy="447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28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3A141-760E-A906-B25C-3848B39E5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de-DE" sz="5400"/>
              <a:t>Roast Type Analysis</a:t>
            </a:r>
            <a:endParaRPr lang="en-US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750237-74BB-E689-D431-58C3B5019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Compare ratings, student appeal and cost.</a:t>
            </a:r>
          </a:p>
          <a:p>
            <a:r>
              <a:rPr lang="en-US" sz="2200" dirty="0"/>
              <a:t>Medium and Medium-Dark roasts are likely strongest options.</a:t>
            </a:r>
          </a:p>
          <a:p>
            <a:endParaRPr lang="en-US" sz="22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BEFE97B-AEA9-7CAD-9294-D74043E00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193428"/>
            <a:ext cx="6903720" cy="447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78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480486-486E-E1ED-4630-0E2CB1E28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Recommended Portfolio</a:t>
            </a:r>
            <a:endParaRPr lang="en-US" dirty="0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FADD799B-D42C-46DB-6869-3CA22CBE94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6838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82B888-3D87-9DF9-EAF7-770A16131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Final </a:t>
            </a:r>
            <a:r>
              <a:rPr lang="de-DE" dirty="0" err="1"/>
              <a:t>Recommendation</a:t>
            </a:r>
            <a:endParaRPr lang="en-US" dirty="0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09FBA343-F9D2-00F8-30C0-8A71C1EDC6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7769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Breitbild</PresentationFormat>
  <Paragraphs>29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Coffee report</vt:lpstr>
      <vt:lpstr>Executive Summary</vt:lpstr>
      <vt:lpstr>Student Preferences</vt:lpstr>
      <vt:lpstr>Coffee Origin Analysis</vt:lpstr>
      <vt:lpstr>Roaster Analysis</vt:lpstr>
      <vt:lpstr>Roast Type Analysis</vt:lpstr>
      <vt:lpstr>Recommended Portfolio</vt:lpstr>
      <vt:lpstr>Final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Ebert, Tatjana</dc:creator>
  <cp:lastModifiedBy>Ebert, Tatjana</cp:lastModifiedBy>
  <cp:revision>1</cp:revision>
  <dcterms:created xsi:type="dcterms:W3CDTF">2026-06-18T21:26:44Z</dcterms:created>
  <dcterms:modified xsi:type="dcterms:W3CDTF">2026-06-18T22:27:44Z</dcterms:modified>
</cp:coreProperties>
</file>